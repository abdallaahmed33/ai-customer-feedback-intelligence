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1E8E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8E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Positive</c:v>
                  </c:pt>
                  <c:pt idx="1">
                    <c:v>Neutral</c:v>
                  </c:pt>
                  <c:pt idx="2">
                    <c:v>Negative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17430</c:v>
                </c:pt>
                <c:pt idx="1">
                  <c:v>2823</c:v>
                </c:pt>
                <c:pt idx="2">
                  <c:v>2370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Naive
Bayes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0.796</c:v>
                </c:pt>
                <c:pt idx="1">
                  <c:v>0.811</c:v>
                </c:pt>
                <c:pt idx="2">
                  <c:v>0.822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F1</c:v>
                </c:pt>
              </c:strCache>
            </c:strRef>
          </c:tx>
          <c:spPr>
            <a:solidFill>
              <a:srgbClr val="3B5BD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Naive
Bayes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0.812</c:v>
                </c:pt>
                <c:pt idx="1">
                  <c:v>0.799</c:v>
                </c:pt>
                <c:pt idx="2">
                  <c:v>0.787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B1B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B1B2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3B5BDB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 •  PROJECT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Customer Feedback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20,000+ customer reviews into sentiment insights and complaint intelligence using NLP and Machine Learning.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Professional Diploma  |  Women's E-Commerce Clothing Reviews Dataset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analysis doesn't scale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5623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reviews arrive daily across websites, apps, and social media — far more than any team can read manually.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3649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566160"/>
            <a:ext cx="5623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recurring complaint is noticed by hand, the business opportunity to act on it has already passed.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782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782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983480"/>
            <a:ext cx="5623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structure, businesses cannot see which specific issue — sizing, fabric, shipping — is driving dissatisfaction.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0" y="1691640"/>
            <a:ext cx="3794760" cy="4251960"/>
          </a:xfrm>
          <a:prstGeom prst="roundRect">
            <a:avLst>
              <a:gd name="adj" fmla="val 241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92440" y="2331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system that automatically: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92440" y="30266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2898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review sentiment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92440" y="352958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34015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complaint categories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92440" y="403250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39044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business insights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92440" y="4709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23,486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8092440" y="5349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customer reviews analyzed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Feedback Intelligence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E-Commerce Clothing Reviews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642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5B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23,486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reviews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6642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5B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22,623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331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reviews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6642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5B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2331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32520" y="1554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16642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5B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32520" y="2331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clusters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 (after cleaning)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3703320"/>
          <a:ext cx="60350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995160" y="3246120"/>
            <a:ext cx="4572000" cy="324612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7269480" y="3474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sentiment was labeled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269480" y="38862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no ready-made sentiment column, so it was derived from the 1–5 star Rating: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269480" y="457200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7452360" y="4572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5 stars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189720" y="4727448"/>
            <a:ext cx="237744" cy="237744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4" name="Text 21"/>
          <p:cNvSpPr/>
          <p:nvPr/>
        </p:nvSpPr>
        <p:spPr>
          <a:xfrm>
            <a:off x="9509760" y="4572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269480" y="525780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452360" y="5257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stars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189720" y="5413248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5"/>
          <p:cNvSpPr/>
          <p:nvPr/>
        </p:nvSpPr>
        <p:spPr>
          <a:xfrm>
            <a:off x="9509760" y="5257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269480" y="594360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7452360" y="5943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stars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189720" y="6099048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29"/>
          <p:cNvSpPr/>
          <p:nvPr/>
        </p:nvSpPr>
        <p:spPr>
          <a:xfrm>
            <a:off x="9509760" y="5943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Feedback Intelligence System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to structured intelligence — four stages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missing reviews &amp; duplicates; merge title + review text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37560" y="2240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5BD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6616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94760" y="2103120"/>
            <a:ext cx="640080" cy="64008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4904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49040" y="352044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text, remove stopwords, vectorize with TF-IDF (1-2 grams)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2240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5BD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2103120"/>
            <a:ext cx="640080" cy="64008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Modeling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75120" y="352044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 &amp; Random Forest classifiers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89720" y="2240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5BD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41832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46920" y="2103120"/>
            <a:ext cx="640080" cy="64008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4" name="Text 22"/>
          <p:cNvSpPr/>
          <p:nvPr/>
        </p:nvSpPr>
        <p:spPr>
          <a:xfrm>
            <a:off x="96469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0120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Clustering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601200" y="352044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K-Means to negative reviews to surface 5 complaint themes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Python · Pandas/NumPy · NLTK · Scikit-Learn · TF-IDF · Matplotlib/Seaborn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Feedback Intelligence 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Sentiment Classification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compared on a held-out 20% test set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55448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26948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269480" y="19476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269480" y="2423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weighted F1 (0.812) and best recall on the Negative class — Naive Bayes edges it on raw accuracy only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9516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class (F1-score, best model)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9516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0" y="3621024"/>
            <a:ext cx="3017520" cy="256032"/>
          </a:xfrm>
          <a:prstGeom prst="rect">
            <a:avLst/>
          </a:prstGeom>
          <a:solidFill>
            <a:srgbClr val="EDEFF7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0" y="3621024"/>
            <a:ext cx="2745943" cy="25603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3" name="Text 10"/>
          <p:cNvSpPr/>
          <p:nvPr/>
        </p:nvSpPr>
        <p:spPr>
          <a:xfrm>
            <a:off x="11292840" y="3566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995160" y="4069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4123944"/>
            <a:ext cx="3017520" cy="256032"/>
          </a:xfrm>
          <a:prstGeom prst="rect">
            <a:avLst/>
          </a:prstGeom>
          <a:solidFill>
            <a:srgbClr val="EDEFF7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0" y="4123944"/>
            <a:ext cx="1719986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11292840" y="4069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995160" y="457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0" y="4626864"/>
            <a:ext cx="3017520" cy="256032"/>
          </a:xfrm>
          <a:prstGeom prst="rect">
            <a:avLst/>
          </a:prstGeom>
          <a:solidFill>
            <a:srgbClr val="EDEFF7"/>
          </a:solidFill>
          <a:ln/>
        </p:spPr>
      </p:sp>
      <p:sp>
        <p:nvSpPr>
          <p:cNvPr id="20" name="Shape 17"/>
          <p:cNvSpPr/>
          <p:nvPr/>
        </p:nvSpPr>
        <p:spPr>
          <a:xfrm>
            <a:off x="8229600" y="4626864"/>
            <a:ext cx="1237183" cy="25603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1" name="Text 18"/>
          <p:cNvSpPr/>
          <p:nvPr/>
        </p:nvSpPr>
        <p:spPr>
          <a:xfrm>
            <a:off x="1129284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995160" y="5166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(3-star) reviews mix praise and criticism, making them the hardest class to classify.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Feedback Intelligence System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Complaint Clustering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applied to 2,370 negative reviews uncovered 5 complaint themes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— Fit &amp; Length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49040" y="1655064"/>
            <a:ext cx="3931920" cy="347472"/>
          </a:xfrm>
          <a:prstGeom prst="rect">
            <a:avLst/>
          </a:prstGeom>
          <a:solidFill>
            <a:srgbClr val="E3E7F3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1655064"/>
            <a:ext cx="3931920" cy="347472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0" y="15819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66760" y="1600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"top, fit, look, short, back"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— Fabric Quality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2432304"/>
            <a:ext cx="3931920" cy="347472"/>
          </a:xfrm>
          <a:prstGeom prst="rect">
            <a:avLst/>
          </a:prstGeom>
          <a:solidFill>
            <a:srgbClr val="E3E7F3"/>
          </a:solidFill>
          <a:ln/>
        </p:spPr>
      </p:sp>
      <p:sp>
        <p:nvSpPr>
          <p:cNvPr id="11" name="Shape 9"/>
          <p:cNvSpPr/>
          <p:nvPr/>
        </p:nvSpPr>
        <p:spPr>
          <a:xfrm>
            <a:off x="3749040" y="2432304"/>
            <a:ext cx="3611383" cy="347472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143" y="23591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66760" y="2377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"quality, cheap, thin, poor"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— Dress Material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3209544"/>
            <a:ext cx="3931920" cy="347472"/>
          </a:xfrm>
          <a:prstGeom prst="rect">
            <a:avLst/>
          </a:prstGeom>
          <a:solidFill>
            <a:srgbClr val="E3E7F3"/>
          </a:solidFill>
          <a:ln/>
        </p:spPr>
      </p:sp>
      <p:sp>
        <p:nvSpPr>
          <p:cNvPr id="16" name="Shape 14"/>
          <p:cNvSpPr/>
          <p:nvPr/>
        </p:nvSpPr>
        <p:spPr>
          <a:xfrm>
            <a:off x="3749040" y="3209544"/>
            <a:ext cx="2297182" cy="347472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17" name="Text 15"/>
          <p:cNvSpPr/>
          <p:nvPr/>
        </p:nvSpPr>
        <p:spPr>
          <a:xfrm>
            <a:off x="6091942" y="3136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31546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"dress, fabric, material"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4 — Sizing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9040" y="3986784"/>
            <a:ext cx="3931920" cy="347472"/>
          </a:xfrm>
          <a:prstGeom prst="rect">
            <a:avLst/>
          </a:prstGeom>
          <a:solidFill>
            <a:srgbClr val="E3E7F3"/>
          </a:solidFill>
          <a:ln/>
        </p:spPr>
      </p:sp>
      <p:sp>
        <p:nvSpPr>
          <p:cNvPr id="21" name="Shape 19"/>
          <p:cNvSpPr/>
          <p:nvPr/>
        </p:nvSpPr>
        <p:spPr>
          <a:xfrm>
            <a:off x="3749040" y="3986784"/>
            <a:ext cx="1795007" cy="347472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22" name="Text 20"/>
          <p:cNvSpPr/>
          <p:nvPr/>
        </p:nvSpPr>
        <p:spPr>
          <a:xfrm>
            <a:off x="5589767" y="39136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66760" y="3931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"small, size, runs, big, large"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— Boxy Fit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49040" y="4764024"/>
            <a:ext cx="3931920" cy="347472"/>
          </a:xfrm>
          <a:prstGeom prst="rect">
            <a:avLst/>
          </a:prstGeom>
          <a:solidFill>
            <a:srgbClr val="E3E7F3"/>
          </a:solidFill>
          <a:ln/>
        </p:spPr>
      </p:sp>
      <p:sp>
        <p:nvSpPr>
          <p:cNvPr id="26" name="Shape 24"/>
          <p:cNvSpPr/>
          <p:nvPr/>
        </p:nvSpPr>
        <p:spPr>
          <a:xfrm>
            <a:off x="3749040" y="4764024"/>
            <a:ext cx="1025718" cy="347472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27" name="Text 25"/>
          <p:cNvSpPr/>
          <p:nvPr/>
        </p:nvSpPr>
        <p:spPr>
          <a:xfrm>
            <a:off x="4820478" y="46908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4709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"shirt, boxy, back, fabric"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53212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532120"/>
            <a:ext cx="10378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Sizing &amp; fit issues (clusters 0, 1, 4) drive the majority of complaints, followed by fabric-quality concerns (clusters 2, 3).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Feedback Intelligence System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model output into decisions the business can act 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sizing guidance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Sizing/fit spans 3 of 5 complaint clusters — improving size charts directly targets the #1 complaint driver.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fabric suppliers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"Cheap", "thin", "poor material" complaints cluster around specific departments, pointing to a sourcing issue, not a company-wide one.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931920"/>
            <a:ext cx="457200" cy="45720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886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by department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4805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clusters to Department Name lets merchandising teams focus fixes where complaint volume is highest.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931920"/>
            <a:ext cx="457200" cy="45720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886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Neutral reviews for review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4805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(3-star) reviews are hardest to classify automatically — flag them for human review or a stronger model.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Feedback Intelligence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 built beyond the core requirements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Model Comparison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Multinomial Naive Bayes alongside Logistic Regression and Random Forest for a 3-way comparison.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103120"/>
            <a:ext cx="548640" cy="5486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09160" y="33375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dashboard.html with 5 tabs and live chart toggles — opens in any browser, zero install.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103120"/>
            <a:ext cx="548640" cy="5486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Demo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503920" y="33375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model + vectorizer are reloaded and used to classify brand-new reviews via a CLI script and a Flask API.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included: dashboard.html · predict.py · app.py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Feedback Intelligence System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3B5BDB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 that turns unstructured reviews into structured, actionable intelligence — without any manual labeling of complaint types.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79.6%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F1-weighted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43400" y="2651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34340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clusters found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0" y="2651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22,623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86384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processed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deep learning models (LSTM / BERT) for stronger Neutral-class performance, and richer live inference in the dashboard.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577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2026-07-16T21:56:26Z</dcterms:created>
  <dcterms:modified xsi:type="dcterms:W3CDTF">2026-07-16T21:56:26Z</dcterms:modified>
</cp:coreProperties>
</file>